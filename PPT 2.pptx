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95" d="100"/>
          <a:sy n="95" d="100"/>
        </p:scale>
        <p:origin x="67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A946670-696F-4299-9062-EF8F586AD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F7478-A527-4192-BB8D-837FBD297811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25400" ty="6350" sx="71000" sy="71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94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6670-696F-4299-9062-EF8F586AD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F7478-A527-4192-BB8D-837FBD2978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411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6670-696F-4299-9062-EF8F586AD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F7478-A527-4192-BB8D-837FBD297811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25400" ty="6350" sx="71000" sy="71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3110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6670-696F-4299-9062-EF8F586AD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F7478-A527-4192-BB8D-837FBD2978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421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6670-696F-4299-9062-EF8F586AD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F7478-A527-4192-BB8D-837FBD2978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965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6670-696F-4299-9062-EF8F586AD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F7478-A527-4192-BB8D-837FBD2978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80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6670-696F-4299-9062-EF8F586AD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F7478-A527-4192-BB8D-837FBD2978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098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6670-696F-4299-9062-EF8F586AD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F7478-A527-4192-BB8D-837FBD2978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683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/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6670-696F-4299-9062-EF8F586AD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F7478-A527-4192-BB8D-837FBD297811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4897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6670-696F-4299-9062-EF8F586AD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F7478-A527-4192-BB8D-837FBD2978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914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6670-696F-4299-9062-EF8F586AD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F7478-A527-4192-BB8D-837FBD297811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1085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A946670-696F-4299-9062-EF8F586AD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214F7478-A527-4192-BB8D-837FBD297811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39921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6E930-B33F-82F7-E802-39FFC46CE6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5958" y="1395663"/>
            <a:ext cx="9144000" cy="4259179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br>
              <a:rPr lang="en-IN" b="1" dirty="0"/>
            </a:br>
            <a:r>
              <a:rPr lang="en-IN" b="1" dirty="0">
                <a:solidFill>
                  <a:schemeClr val="bg1">
                    <a:lumMod val="95000"/>
                    <a:lumOff val="5000"/>
                  </a:schemeClr>
                </a:solidFill>
                <a:highlight>
                  <a:srgbClr val="C0C0C0"/>
                </a:highlight>
              </a:rPr>
              <a:t>Spell-Checking Application</a:t>
            </a:r>
            <a:br>
              <a:rPr lang="en-IN" b="1" dirty="0">
                <a:solidFill>
                  <a:schemeClr val="bg1">
                    <a:lumMod val="95000"/>
                    <a:lumOff val="5000"/>
                  </a:schemeClr>
                </a:solidFill>
                <a:highlight>
                  <a:srgbClr val="C0C0C0"/>
                </a:highlight>
              </a:rPr>
            </a:br>
            <a:r>
              <a:rPr lang="en-IN" b="1" dirty="0">
                <a:solidFill>
                  <a:schemeClr val="bg1">
                    <a:lumMod val="95000"/>
                    <a:lumOff val="5000"/>
                  </a:schemeClr>
                </a:solidFill>
                <a:highlight>
                  <a:srgbClr val="C0C0C0"/>
                </a:highlight>
              </a:rPr>
              <a:t>Suitable Data Structure for Fast Dictionary </a:t>
            </a:r>
            <a:r>
              <a:rPr lang="en-IN" b="1" dirty="0"/>
              <a:t>Search</a:t>
            </a:r>
            <a:br>
              <a:rPr lang="en-IN" b="1" dirty="0"/>
            </a:br>
            <a:br>
              <a:rPr lang="en-IN" b="1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F0B0DC-46BF-8A44-AE05-61483D96C0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Presented by:</a:t>
            </a:r>
            <a:endParaRPr lang="en-IN" dirty="0"/>
          </a:p>
          <a:p>
            <a:r>
              <a:rPr lang="en-IN" dirty="0"/>
              <a:t>Your Name : Jaya Harini B R</a:t>
            </a:r>
          </a:p>
          <a:p>
            <a:r>
              <a:rPr lang="en-IN" dirty="0"/>
              <a:t>Reg no : 192565031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6725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1D02-A1D1-1813-3CFF-B46172759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A6CC8-077B-1995-E659-58EC2A213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Scenario</a:t>
            </a:r>
          </a:p>
          <a:p>
            <a:r>
              <a:rPr lang="en-IN" dirty="0"/>
              <a:t>A spell-checking application verifies whether a typed word exists in its dictionary. </a:t>
            </a:r>
          </a:p>
          <a:p>
            <a:r>
              <a:rPr lang="en-IN" dirty="0"/>
              <a:t>The dictionary contains thousands or millions of words. </a:t>
            </a:r>
          </a:p>
          <a:p>
            <a:r>
              <a:rPr lang="en-IN" dirty="0"/>
              <a:t>The system requires </a:t>
            </a:r>
            <a:r>
              <a:rPr lang="en-IN" b="1" dirty="0"/>
              <a:t>very fast searching</a:t>
            </a:r>
            <a:r>
              <a:rPr lang="en-IN" dirty="0"/>
              <a:t> to provide instant suggestions. </a:t>
            </a:r>
          </a:p>
          <a:p>
            <a:r>
              <a:rPr lang="en-IN" b="1" dirty="0"/>
              <a:t>Requirement</a:t>
            </a:r>
          </a:p>
          <a:p>
            <a:r>
              <a:rPr lang="en-IN" dirty="0"/>
              <a:t>Choose a data structure that offers the fastest search speed.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7245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E4E87-99A0-1C1F-7B4C-13583813C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211" y="85440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Recommended Data Structure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C7555-5C6D-3993-794D-3E956F474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50215"/>
            <a:ext cx="10515600" cy="4351338"/>
          </a:xfrm>
        </p:spPr>
        <p:txBody>
          <a:bodyPr/>
          <a:lstStyle/>
          <a:p>
            <a:r>
              <a:rPr lang="en-IN" b="1" dirty="0"/>
              <a:t>Data Structure: Hash Table (Hash Map)</a:t>
            </a:r>
          </a:p>
          <a:p>
            <a:r>
              <a:rPr lang="en-IN" dirty="0"/>
              <a:t>Stores words using a </a:t>
            </a:r>
            <a:r>
              <a:rPr lang="en-IN" b="1" dirty="0"/>
              <a:t>hash function</a:t>
            </a:r>
            <a:r>
              <a:rPr lang="en-IN" dirty="0"/>
              <a:t>. </a:t>
            </a:r>
          </a:p>
          <a:p>
            <a:r>
              <a:rPr lang="en-IN" dirty="0"/>
              <a:t>Enables direct access to words. </a:t>
            </a:r>
          </a:p>
          <a:p>
            <a:r>
              <a:rPr lang="en-IN" dirty="0"/>
              <a:t>Lookup is extremely fast. </a:t>
            </a:r>
          </a:p>
          <a:p>
            <a:r>
              <a:rPr lang="en-IN" dirty="0"/>
              <a:t>Widely used in spell-checkers and dictionaries.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2185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F85F5-F663-4BAD-5475-49349AD82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034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Advantages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CB1EB-E47F-1561-6F2A-71F2F2D5C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Very fast word lookup. </a:t>
            </a:r>
          </a:p>
          <a:p>
            <a:r>
              <a:rPr lang="en-IN" dirty="0"/>
              <a:t>Efficient for large dictionaries.</a:t>
            </a:r>
          </a:p>
          <a:p>
            <a:r>
              <a:rPr lang="en-IN" dirty="0"/>
              <a:t> Supports quick spell verification. </a:t>
            </a:r>
          </a:p>
          <a:p>
            <a:r>
              <a:rPr lang="en-IN" dirty="0"/>
              <a:t>Reduces search time significantly..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1448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B2642-5CC0-AF3A-253A-332227347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4304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Conclusion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7A169-D67D-390B-F38F-DF0A41D92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Recommended Data Structure:</a:t>
            </a:r>
            <a:r>
              <a:rPr lang="en-IN" dirty="0"/>
              <a:t> </a:t>
            </a:r>
            <a:r>
              <a:rPr lang="en-IN" b="1" dirty="0"/>
              <a:t>Hash Table</a:t>
            </a:r>
            <a:r>
              <a:rPr lang="en-IN" dirty="0"/>
              <a:t> </a:t>
            </a:r>
          </a:p>
          <a:p>
            <a:r>
              <a:rPr lang="en-IN" dirty="0"/>
              <a:t>Provides </a:t>
            </a:r>
            <a:r>
              <a:rPr lang="en-IN" b="1" dirty="0"/>
              <a:t>O(1) average search time</a:t>
            </a:r>
            <a:r>
              <a:rPr lang="en-IN" dirty="0"/>
              <a:t>, making it ideal for spell-checking applications. </a:t>
            </a:r>
          </a:p>
          <a:p>
            <a:r>
              <a:rPr lang="en-IN" dirty="0"/>
              <a:t>Delivers fast and efficient word verification</a:t>
            </a:r>
          </a:p>
          <a:p>
            <a:r>
              <a:rPr lang="en-IN" dirty="0"/>
              <a:t>Improving user experience.</a:t>
            </a:r>
          </a:p>
        </p:txBody>
      </p:sp>
    </p:spTree>
    <p:extLst>
      <p:ext uri="{BB962C8B-B14F-4D97-AF65-F5344CB8AC3E}">
        <p14:creationId xmlns:p14="http://schemas.microsoft.com/office/powerpoint/2010/main" val="4054837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F81D7-5845-5E1B-ABC6-CF76CBC31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8684" y="2675731"/>
            <a:ext cx="10515600" cy="1325563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9E408-F426-A798-B040-D6826FD79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40743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A41AC481-B287-49C8-90EF-C669597D2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47</TotalTime>
  <Words>175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Tw Cen MT</vt:lpstr>
      <vt:lpstr>Tw Cen MT Condensed</vt:lpstr>
      <vt:lpstr>Wingdings 3</vt:lpstr>
      <vt:lpstr>Integral</vt:lpstr>
      <vt:lpstr>  Spell-Checking Application Suitable Data Structure for Fast Dictionary Search   </vt:lpstr>
      <vt:lpstr>Problem Statement</vt:lpstr>
      <vt:lpstr>Recommended Data Structure </vt:lpstr>
      <vt:lpstr>Advantages </vt:lpstr>
      <vt:lpstr>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jhsep8977@outlook.com</dc:creator>
  <cp:lastModifiedBy>jhsep8977@outlook.com</cp:lastModifiedBy>
  <cp:revision>2</cp:revision>
  <dcterms:created xsi:type="dcterms:W3CDTF">2026-07-25T02:56:48Z</dcterms:created>
  <dcterms:modified xsi:type="dcterms:W3CDTF">2026-07-25T03:44:19Z</dcterms:modified>
</cp:coreProperties>
</file>