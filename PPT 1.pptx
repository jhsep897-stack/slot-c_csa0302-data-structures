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95" d="100"/>
          <a:sy n="95" d="100"/>
        </p:scale>
        <p:origin x="67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6436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065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40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39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151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829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305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010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5374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314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2722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622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3215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776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08423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474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946670-696F-4299-9062-EF8F586AD8C6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214F7478-A527-4192-BB8D-837FBD29781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35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6E930-B33F-82F7-E802-39FFC46CE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7200"/>
            <a:ext cx="9144000" cy="4259179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br>
              <a:rPr lang="en-IN" b="1" dirty="0"/>
            </a:br>
            <a:r>
              <a:rPr lang="en-IN" b="1" dirty="0"/>
              <a:t>University Attendance System</a:t>
            </a:r>
            <a:br>
              <a:rPr lang="en-IN" b="1" dirty="0"/>
            </a:br>
            <a:r>
              <a:rPr lang="en-IN" b="1" dirty="0"/>
              <a:t>Suitable Data Structure for Recording Student Attendance</a:t>
            </a:r>
            <a:br>
              <a:rPr lang="en-IN" b="1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0B0DC-46BF-8A44-AE05-61483D96C0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Presented by:</a:t>
            </a:r>
            <a:endParaRPr lang="en-IN" dirty="0"/>
          </a:p>
          <a:p>
            <a:r>
              <a:rPr lang="en-IN" dirty="0"/>
              <a:t>Your Name : Jaya Harini B R</a:t>
            </a:r>
          </a:p>
          <a:p>
            <a:r>
              <a:rPr lang="en-IN" dirty="0"/>
              <a:t>Reg no : 192565031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672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E1D02-A1D1-1813-3CFF-B46172759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A6CC8-077B-1995-E659-58EC2A213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Scenario</a:t>
            </a:r>
          </a:p>
          <a:p>
            <a:r>
              <a:rPr lang="en-IN" dirty="0"/>
              <a:t>A university records student attendance </a:t>
            </a:r>
            <a:r>
              <a:rPr lang="en-IN" b="1" dirty="0"/>
              <a:t>sequentially</a:t>
            </a:r>
            <a:r>
              <a:rPr lang="en-IN" dirty="0"/>
              <a:t> during every class hour. </a:t>
            </a:r>
          </a:p>
          <a:p>
            <a:r>
              <a:rPr lang="en-IN" dirty="0"/>
              <a:t>Each student's attendance is entered one after another. </a:t>
            </a:r>
          </a:p>
          <a:p>
            <a:r>
              <a:rPr lang="en-IN" dirty="0"/>
              <a:t>The system should allow </a:t>
            </a:r>
            <a:r>
              <a:rPr lang="en-IN" b="1" dirty="0"/>
              <a:t>fast insertion</a:t>
            </a:r>
            <a:r>
              <a:rPr lang="en-IN" dirty="0"/>
              <a:t> of new attendance records. </a:t>
            </a:r>
          </a:p>
          <a:p>
            <a:r>
              <a:rPr lang="en-IN" b="1" dirty="0"/>
              <a:t>Requirement</a:t>
            </a:r>
          </a:p>
          <a:p>
            <a:r>
              <a:rPr lang="en-IN" dirty="0"/>
              <a:t>Choose a suitable data structure that provides efficient insertion.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724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4E87-99A0-1C1F-7B4C-13583813C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211" y="854409"/>
            <a:ext cx="10515600" cy="1325563"/>
          </a:xfrm>
        </p:spPr>
        <p:txBody>
          <a:bodyPr/>
          <a:lstStyle/>
          <a:p>
            <a:r>
              <a:rPr lang="en-IN" b="1" dirty="0"/>
              <a:t>Recommended Data Structure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C7555-5C6D-3993-794D-3E956F474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50215"/>
            <a:ext cx="10515600" cy="4351338"/>
          </a:xfrm>
        </p:spPr>
        <p:txBody>
          <a:bodyPr/>
          <a:lstStyle/>
          <a:p>
            <a:r>
              <a:rPr lang="en-IN" b="1" dirty="0"/>
              <a:t>Data Structure: Linked List</a:t>
            </a:r>
          </a:p>
          <a:p>
            <a:r>
              <a:rPr lang="en-IN" b="1" dirty="0"/>
              <a:t>Why Linked List?</a:t>
            </a:r>
          </a:p>
          <a:p>
            <a:r>
              <a:rPr lang="en-IN" dirty="0"/>
              <a:t>Stores attendance records in sequence. </a:t>
            </a:r>
          </a:p>
          <a:p>
            <a:r>
              <a:rPr lang="en-IN" dirty="0"/>
              <a:t>New records can be inserted quickly. </a:t>
            </a:r>
          </a:p>
          <a:p>
            <a:r>
              <a:rPr lang="en-IN" dirty="0"/>
              <a:t>Memory is allocated dynamically. </a:t>
            </a:r>
          </a:p>
          <a:p>
            <a:r>
              <a:rPr lang="en-IN" dirty="0"/>
              <a:t>No need to shift existing records during insertion.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2185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F85F5-F663-4BAD-5475-49349AD8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0346"/>
            <a:ext cx="10515600" cy="1325563"/>
          </a:xfrm>
        </p:spPr>
        <p:txBody>
          <a:bodyPr/>
          <a:lstStyle/>
          <a:p>
            <a:r>
              <a:rPr lang="en-IN" b="1" dirty="0"/>
              <a:t>Advantages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CB1EB-E47F-1561-6F2A-71F2F2D5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Fast insertion of attendance records. </a:t>
            </a:r>
          </a:p>
          <a:p>
            <a:r>
              <a:rPr lang="en-IN" dirty="0"/>
              <a:t>Flexible size. </a:t>
            </a:r>
          </a:p>
          <a:p>
            <a:r>
              <a:rPr lang="en-IN" dirty="0"/>
              <a:t>Efficient memory utilization. </a:t>
            </a:r>
          </a:p>
          <a:p>
            <a:r>
              <a:rPr lang="en-IN" dirty="0"/>
              <a:t>Easy to add new students during class.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448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B2642-5CC0-AF3A-253A-332227347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304"/>
            <a:ext cx="10515600" cy="1325563"/>
          </a:xfrm>
        </p:spPr>
        <p:txBody>
          <a:bodyPr/>
          <a:lstStyle/>
          <a:p>
            <a:r>
              <a:rPr lang="en-IN" b="1" dirty="0"/>
              <a:t>Conclusion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7A169-D67D-390B-F38F-DF0A41D92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Recommended Data Structure:</a:t>
            </a:r>
            <a:r>
              <a:rPr lang="en-IN" dirty="0"/>
              <a:t> </a:t>
            </a:r>
            <a:r>
              <a:rPr lang="en-IN" b="1" dirty="0"/>
              <a:t>Linked List</a:t>
            </a:r>
            <a:r>
              <a:rPr lang="en-IN" dirty="0"/>
              <a:t> </a:t>
            </a:r>
          </a:p>
          <a:p>
            <a:r>
              <a:rPr lang="en-IN" dirty="0"/>
              <a:t>It is ideal because attendance is recorded </a:t>
            </a:r>
            <a:r>
              <a:rPr lang="en-IN" b="1" dirty="0"/>
              <a:t>sequentially</a:t>
            </a:r>
            <a:r>
              <a:rPr lang="en-IN" dirty="0"/>
              <a:t>. </a:t>
            </a:r>
          </a:p>
          <a:p>
            <a:r>
              <a:rPr lang="en-IN" dirty="0"/>
              <a:t>Provides </a:t>
            </a:r>
            <a:r>
              <a:rPr lang="en-IN" b="1" dirty="0"/>
              <a:t>efficient insertion (O(1))</a:t>
            </a:r>
            <a:r>
              <a:rPr lang="en-IN" dirty="0"/>
              <a:t> when using a tail pointer. </a:t>
            </a:r>
          </a:p>
          <a:p>
            <a:r>
              <a:rPr lang="en-IN" dirty="0"/>
              <a:t>Suitable for dynamic attendance systems where records are continuously added.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4837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F81D7-5845-5E1B-ABC6-CF76CBC31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684" y="2675731"/>
            <a:ext cx="10515600" cy="1325563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9E408-F426-A798-B040-D6826FD79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0743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182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  University Attendance System Suitable Data Structure for Recording Student Attendance  </vt:lpstr>
      <vt:lpstr>Problem Statement</vt:lpstr>
      <vt:lpstr>Recommended Data Structure </vt:lpstr>
      <vt:lpstr>Advantages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jhsep8977@outlook.com</dc:creator>
  <cp:lastModifiedBy>jhsep8977@outlook.com</cp:lastModifiedBy>
  <cp:revision>1</cp:revision>
  <dcterms:created xsi:type="dcterms:W3CDTF">2026-07-25T02:56:48Z</dcterms:created>
  <dcterms:modified xsi:type="dcterms:W3CDTF">2026-07-25T02:58:01Z</dcterms:modified>
</cp:coreProperties>
</file>